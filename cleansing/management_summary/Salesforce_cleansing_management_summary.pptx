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Snapshot: 29 October 2026. Source: Salesforce exports and Service Territory MASTER FIX workbook, draft PR #1. This deck presents proposed mappings; no Salesforce changes applied. Counts: 91,306 assessed; 52,419 keep; 8,595 update proposals; 3,105 duplicate mappings; 27,187 review. Slides are rendered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Snapshot: 29 October 2026. Source: Salesforce exports and Service Territory MASTER FIX workbook, draft PR #1. This deck presents proposed mappings; no Salesforce changes applied. Counts: 91,306 assessed; 52,419 keep; 8,595 update proposals; 3,105 duplicate mappings; 27,187 review. Slides are rendered charts.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nagement_summary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nagement_summary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