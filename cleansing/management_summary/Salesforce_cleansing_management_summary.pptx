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29 Oktober 2026; terjemahan 30 Oktober 2026. Sumber: ekspor Salesforce dan workbook master, PR #1. Grafik merupakan gambar. Pemetaan belum disetujui; belum ada perubahan Salesforce. Jumlah record: 91.306 diperiksa; 52.419 dipertahankan; 8.595 usulan update; 3.105 pemetaan duplikat; 27.187 perlu ditinjau.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29 Oktober 2026; terjemahan 30 Oktober 2026. Sumber: ekspor Salesforce dan workbook master, PR #1. Grafik merupakan gambar. Pemetaan belum disetujui; belum ada perubahan Salesforce. Jumlah record: 91.306 diperiksa; 52.419 dipertahankan; 8.595 usulan update; 3.105 pemetaan duplikat; 27.187 perlu ditinjau.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agement_summar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agement_summar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